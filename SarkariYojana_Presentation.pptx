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5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19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ADA7A-3796-FDD9-C96B-43F8A9AF5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1FDD22-3D76-48FF-06A9-FFD50A1C8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3CAC4-A2CD-853F-CFF9-73339E8CF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845F8-1CED-4766-587E-735E85A0BB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32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F17D2-B106-2A8A-0BBB-13F508C9A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A18DD-8FF5-71DA-F59F-82F9B9A81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5B28F-C429-8306-2E54-E264D3FB3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0FB2-530F-3D10-2ACE-CF306C7569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497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5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</a:rPr>
              <a:t>ABAI1010L — Foundations of AI Programming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सरकारी योजना सहायक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Chatbot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3296" y="2194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899AA"/>
                </a:solidFill>
              </a:rPr>
              <a:t>for Rural Citizens of India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3657600" cy="3657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0E8"/>
                </a:solidFill>
              </a:rPr>
              <a:t>Hindi Voice &amp; Text Input  |  AI Intent Detection  |  Scheme Recommendations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6437" y="3904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Presented by: Kashish                        A25ARIU0003</a:t>
            </a:r>
          </a:p>
          <a:p>
            <a:r>
              <a:rPr lang="en-US" sz="1100" dirty="0">
                <a:solidFill>
                  <a:srgbClr val="8899AA"/>
                </a:solidFill>
              </a:rPr>
              <a:t>                          Mehta Yatri                A25ARIU0045</a:t>
            </a:r>
          </a:p>
          <a:p>
            <a:r>
              <a:rPr lang="en-US" sz="1100" dirty="0">
                <a:solidFill>
                  <a:srgbClr val="8899AA"/>
                </a:solidFill>
              </a:rPr>
              <a:t>                         Rimsha Chaudhary     A25ARIU0006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3716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Multilingual AI-Based Government Scheme Assistant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8288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9AA"/>
                </a:solidFill>
              </a:rPr>
              <a:t>Why does this matter?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457200"/>
            <a:ext cx="54864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83280" y="457200"/>
            <a:ext cx="91440" cy="12344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713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🔤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06240" y="566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Language Barrier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0" y="960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Govt websites are in English. Rural citizens speak Hindi.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54864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920240"/>
            <a:ext cx="91440" cy="12344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176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206240" y="2029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Complex Websites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2423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Difficult navigation. Illiterate users cannot access schemes.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3383280"/>
            <a:ext cx="54864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3383280"/>
            <a:ext cx="91440" cy="12344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3639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206240" y="3493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Missed Benefits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3886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Crores of eligible citizens miss scholarships, farm aid &amp; health schemes.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</a:rPr>
              <a:t>An AI-powered Hindi chatbot that connects rural citizens to government schemes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1463040"/>
          </a:xfrm>
          <a:prstGeom prst="rect">
            <a:avLst/>
          </a:prstGeom>
          <a:solidFill>
            <a:srgbClr val="1A2D45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🎤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536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33"/>
                </a:solidFill>
              </a:rPr>
              <a:t>Hindi Voice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920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</a:rPr>
              <a:t>Speak in Hindi — SpeechRecognition converts voice to text automatically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4023360" cy="1463040"/>
          </a:xfrm>
          <a:prstGeom prst="rect">
            <a:avLst/>
          </a:prstGeom>
          <a:solidFill>
            <a:srgbClr val="1A2D45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715000" y="1536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33"/>
                </a:solidFill>
              </a:rPr>
              <a:t>Hindi Text Input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15000" y="1920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</a:rPr>
              <a:t>Type in Hindi, Hinglish, or English — all supported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023360" cy="1463040"/>
          </a:xfrm>
          <a:prstGeom prst="rect">
            <a:avLst/>
          </a:prstGeom>
          <a:solidFill>
            <a:srgbClr val="1A2D45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34440" y="3227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33"/>
                </a:solidFill>
              </a:rPr>
              <a:t>AI Intent Detection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611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</a:rPr>
              <a:t>TF-IDF + Logistic Regression classifies user need with 90%+ accuracy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063240"/>
            <a:ext cx="4023360" cy="1463040"/>
          </a:xfrm>
          <a:prstGeom prst="rect">
            <a:avLst/>
          </a:prstGeom>
          <a:solidFill>
            <a:srgbClr val="1A2D45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715000" y="3227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33"/>
                </a:solidFill>
              </a:rPr>
              <a:t>Hindi Scheme Output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15000" y="3611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</a:rPr>
              <a:t>Returns clean Hindi list of relevant government schemes with links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AA"/>
                </a:solidFill>
              </a:rPr>
              <a:t>Step-by-step flow from user input to Hindi scheme output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6656" y="1325880"/>
            <a:ext cx="914400" cy="9144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645920" y="1764792"/>
            <a:ext cx="320040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42316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User Input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971800"/>
            <a:ext cx="153619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97180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Hindi voice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or 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95728" y="1325880"/>
            <a:ext cx="914400" cy="914400"/>
          </a:xfrm>
          <a:prstGeom prst="ellipse">
            <a:avLst/>
          </a:prstGeom>
          <a:solidFill>
            <a:srgbClr val="1A7BBD"/>
          </a:solidFill>
          <a:ln w="12700">
            <a:solidFill>
              <a:srgbClr val="1A7B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364992" y="1764792"/>
            <a:ext cx="320040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242316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Language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Detection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84832" y="2971800"/>
            <a:ext cx="153619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4832" y="297180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langdetect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library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0" y="1325880"/>
            <a:ext cx="914400" cy="91440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084064" y="1764792"/>
            <a:ext cx="320040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242316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Translation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03904" y="2971800"/>
            <a:ext cx="153619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03904" y="297180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deep-translator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Hindi → English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33872" y="1325880"/>
            <a:ext cx="914400" cy="914400"/>
          </a:xfrm>
          <a:prstGeom prst="ellipse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6803136" y="1764792"/>
            <a:ext cx="320040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31536" y="242316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ML Model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22976" y="2971800"/>
            <a:ext cx="153619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22976" y="297180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TF-IDF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Logistic Regression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52944" y="1325880"/>
            <a:ext cx="914400" cy="9144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52944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150608" y="242316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Hindi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Response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42048" y="2971800"/>
            <a:ext cx="153619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42048" y="2971800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Scheme list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in Hindi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Example: "mere pass beti ko padhane ke paise nahi hai"  →  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808"/>
                </a:solidFill>
              </a:rPr>
              <a:t>📚 छात्रवृत्ति योजनाएं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Tech Stack &amp; Libraries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115568"/>
          </a:xfrm>
          <a:prstGeom prst="rect">
            <a:avLst/>
          </a:prstGeom>
          <a:solidFill>
            <a:srgbClr val="F5F0E8"/>
          </a:solidFill>
          <a:ln w="6350">
            <a:solidFill>
              <a:srgbClr val="DDDDDD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1115568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1033272"/>
            <a:ext cx="1234440" cy="25603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033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Machine Learning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" y="10515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scikit-learn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14173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TF-IDF Vectorizer + Logistic Regression for intent classification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60520" cy="1115568"/>
          </a:xfrm>
          <a:prstGeom prst="rect">
            <a:avLst/>
          </a:prstGeom>
          <a:solidFill>
            <a:srgbClr val="F5F0E8"/>
          </a:solidFill>
          <a:ln w="6350">
            <a:solidFill>
              <a:srgbClr val="DDDDDD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73152" cy="111556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1033272"/>
            <a:ext cx="1234440" cy="25603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033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Translation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19472" y="10515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deep-translator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9472" y="14173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Stable Hindi ↔ English translation (replaces broken googletrans)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258568"/>
            <a:ext cx="4160520" cy="1115568"/>
          </a:xfrm>
          <a:prstGeom prst="rect">
            <a:avLst/>
          </a:prstGeom>
          <a:solidFill>
            <a:srgbClr val="F5F0E8"/>
          </a:solidFill>
          <a:ln w="6350">
            <a:solidFill>
              <a:srgbClr val="DDDDDD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258568"/>
            <a:ext cx="73152" cy="1115568"/>
          </a:xfrm>
          <a:prstGeom prst="rect">
            <a:avLst/>
          </a:prstGeom>
          <a:solidFill>
            <a:srgbClr val="1A7BBD"/>
          </a:solidFill>
          <a:ln w="12700">
            <a:solidFill>
              <a:srgbClr val="1A7B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2331720"/>
            <a:ext cx="1234440" cy="256032"/>
          </a:xfrm>
          <a:prstGeom prst="rect">
            <a:avLst/>
          </a:prstGeom>
          <a:solidFill>
            <a:srgbClr val="1A7BBD"/>
          </a:solidFill>
          <a:ln w="12700">
            <a:solidFill>
              <a:srgbClr val="1A7B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23317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NLP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" y="23500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langdetect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" y="271576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Automatically detects if user input is Hindi, Hinglish, or English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258568"/>
            <a:ext cx="4160520" cy="1115568"/>
          </a:xfrm>
          <a:prstGeom prst="rect">
            <a:avLst/>
          </a:prstGeom>
          <a:solidFill>
            <a:srgbClr val="F5F0E8"/>
          </a:solidFill>
          <a:ln w="6350">
            <a:solidFill>
              <a:srgbClr val="DDDDDD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258568"/>
            <a:ext cx="73152" cy="111556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2331720"/>
            <a:ext cx="1234440" cy="25603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23317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Speech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19472" y="23500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SpeechRecognition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19472" y="271576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Converts Hindi voice input to text using Google Speech API (hi-IN)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557016"/>
            <a:ext cx="4160520" cy="1115568"/>
          </a:xfrm>
          <a:prstGeom prst="rect">
            <a:avLst/>
          </a:prstGeom>
          <a:solidFill>
            <a:srgbClr val="F5F0E8"/>
          </a:solidFill>
          <a:ln w="6350">
            <a:solidFill>
              <a:srgbClr val="DDDDDD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557016"/>
            <a:ext cx="73152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54680" y="3630168"/>
            <a:ext cx="12344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36301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UI / Deployment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4632" y="36484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D1B2A"/>
                </a:solidFill>
              </a:rPr>
              <a:t>Streamlit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" y="401421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Web UI with text + microphone tabs, shareable link using </a:t>
            </a:r>
            <a:r>
              <a:rPr lang="en-US" sz="1000" dirty="0" err="1">
                <a:solidFill>
                  <a:srgbClr val="444444"/>
                </a:solidFill>
              </a:rPr>
              <a:t>streamlit</a:t>
            </a:r>
            <a:r>
              <a:rPr lang="en-US" sz="1000" dirty="0">
                <a:solidFill>
                  <a:srgbClr val="444444"/>
                </a:solidFill>
              </a:rPr>
              <a:t> cloud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557016"/>
            <a:ext cx="4160520" cy="1115568"/>
          </a:xfrm>
          <a:prstGeom prst="rect">
            <a:avLst/>
          </a:prstGeom>
          <a:solidFill>
            <a:srgbClr val="F5F0E8"/>
          </a:solidFill>
          <a:ln w="6350">
            <a:solidFill>
              <a:srgbClr val="DDDDDD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557016"/>
            <a:ext cx="73152" cy="111556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3630168"/>
            <a:ext cx="1234440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36301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Data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19472" y="36484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pandas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919472" y="401421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Manage and structure training dataset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Government Schemes Covered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AA"/>
                </a:solidFill>
              </a:rPr>
              <a:t>5 categories | 25 government schemes — responses in Hindi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554480" cy="3474720"/>
          </a:xfrm>
          <a:prstGeom prst="rect">
            <a:avLst/>
          </a:prstGeom>
          <a:solidFill>
            <a:srgbClr val="152236"/>
          </a:solidFill>
          <a:ln w="19050">
            <a:solidFill>
              <a:srgbClr val="1A7B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1554480" cy="73152"/>
          </a:xfrm>
          <a:prstGeom prst="rect">
            <a:avLst/>
          </a:prstGeom>
          <a:solidFill>
            <a:srgbClr val="1A7BBD"/>
          </a:solidFill>
          <a:ln w="12700">
            <a:solidFill>
              <a:srgbClr val="1A7B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2029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Scholarship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7BBD"/>
                </a:solidFill>
              </a:rPr>
              <a:t>छात्रवृत्ति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1188720" cy="0"/>
          </a:xfrm>
          <a:prstGeom prst="line">
            <a:avLst/>
          </a:prstGeom>
          <a:noFill/>
          <a:ln w="10160">
            <a:solidFill>
              <a:srgbClr val="3344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83464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</a:rPr>
              <a:t>NSP, Post Matric, PM YASASVI,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</a:rPr>
              <a:t>Central Sector, Vidya Lakshmi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93392" y="1234440"/>
            <a:ext cx="1554480" cy="3474720"/>
          </a:xfrm>
          <a:prstGeom prst="rect">
            <a:avLst/>
          </a:prstGeom>
          <a:solidFill>
            <a:srgbClr val="152236"/>
          </a:solidFill>
          <a:ln w="19050">
            <a:solidFill>
              <a:srgbClr val="13880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1234440"/>
            <a:ext cx="155448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417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🌾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993392" y="2029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Agriculture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93392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38808"/>
                </a:solidFill>
              </a:rPr>
              <a:t>खेती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76272" y="2761488"/>
            <a:ext cx="1188720" cy="0"/>
          </a:xfrm>
          <a:prstGeom prst="line">
            <a:avLst/>
          </a:prstGeom>
          <a:noFill/>
          <a:ln w="10160">
            <a:solidFill>
              <a:srgbClr val="3344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6544" y="283464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</a:rPr>
              <a:t>PM Kisan, PMFBY, KCC,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</a:rPr>
              <a:t>Krishi Sinchai, Soil Health Card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12464" y="1234440"/>
            <a:ext cx="1554480" cy="3474720"/>
          </a:xfrm>
          <a:prstGeom prst="rect">
            <a:avLst/>
          </a:prstGeom>
          <a:solidFill>
            <a:srgbClr val="152236"/>
          </a:solidFill>
          <a:ln w="19050">
            <a:solidFill>
              <a:srgbClr val="E07B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12464" y="1234440"/>
            <a:ext cx="1554480" cy="7315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1417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💼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712464" y="2029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Employment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12464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07B00"/>
                </a:solidFill>
              </a:rPr>
              <a:t>रोजगार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95344" y="2761488"/>
            <a:ext cx="1188720" cy="0"/>
          </a:xfrm>
          <a:prstGeom prst="line">
            <a:avLst/>
          </a:prstGeom>
          <a:noFill/>
          <a:ln w="10160">
            <a:solidFill>
              <a:srgbClr val="3344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85616" y="283464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</a:rPr>
              <a:t>MGNREGA, PMKVY, DDU-GKY,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</a:rPr>
              <a:t>PMEGP, Startup India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31536" y="1234440"/>
            <a:ext cx="1554480" cy="3474720"/>
          </a:xfrm>
          <a:prstGeom prst="rect">
            <a:avLst/>
          </a:prstGeom>
          <a:solidFill>
            <a:srgbClr val="15223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31536" y="1234440"/>
            <a:ext cx="15544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31536" y="1417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👩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431536" y="2029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Women Support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31536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0392B"/>
                </a:solidFill>
              </a:rPr>
              <a:t>महिला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14416" y="2761488"/>
            <a:ext cx="1188720" cy="0"/>
          </a:xfrm>
          <a:prstGeom prst="line">
            <a:avLst/>
          </a:prstGeom>
          <a:noFill/>
          <a:ln w="10160">
            <a:solidFill>
              <a:srgbClr val="3344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283464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</a:rPr>
              <a:t>Beti Bachao, Mahila Shakti,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</a:rPr>
              <a:t>Ujjwala, Sukanya, Udyam Nidhi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50608" y="1234440"/>
            <a:ext cx="1554480" cy="3474720"/>
          </a:xfrm>
          <a:prstGeom prst="rect">
            <a:avLst/>
          </a:prstGeom>
          <a:solidFill>
            <a:srgbClr val="152236"/>
          </a:solidFill>
          <a:ln w="19050">
            <a:solidFill>
              <a:srgbClr val="7B2D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50608" y="1234440"/>
            <a:ext cx="155448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50608" y="1417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150608" y="2029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Health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50608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2D8B"/>
                </a:solidFill>
              </a:rPr>
              <a:t>स्वास्थ्य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33488" y="2761488"/>
            <a:ext cx="1188720" cy="0"/>
          </a:xfrm>
          <a:prstGeom prst="line">
            <a:avLst/>
          </a:prstGeom>
          <a:noFill/>
          <a:ln w="10160">
            <a:solidFill>
              <a:srgbClr val="3344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283464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</a:rPr>
              <a:t>Ayushman Bharat, RSBY,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</a:rPr>
              <a:t>JSY, National Dialysis, JAY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Demo &amp;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5029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Sample Chatbot Conversations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</a:rPr>
              <a:t>User: "padhai ke paise nahi hain"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466344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8808"/>
                </a:solidFill>
              </a:rPr>
              <a:t>Bot: 📚 NSP, Post Matric Scholarship...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</a:rPr>
              <a:t>User: "fasal kharab ho gayi madad karo"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62072"/>
            <a:ext cx="466344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80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8808"/>
                </a:solidFill>
              </a:rPr>
              <a:t>Bot: 🌾 PM Kisan, PMFBY, KCC...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</a:rPr>
              <a:t>User: "hospital bill bahut zyada hai"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59352"/>
            <a:ext cx="466344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77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8808"/>
                </a:solidFill>
              </a:rPr>
              <a:t>Bot: 🏥 Ayushman Bharat (₹5 lakh free)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914400"/>
            <a:ext cx="32004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960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Model Accuracy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1325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9933"/>
                </a:solidFill>
              </a:rPr>
              <a:t>90.3%</a:t>
            </a:r>
            <a:endParaRPr lang="en-US" sz="4200" dirty="0"/>
          </a:p>
        </p:txBody>
      </p:sp>
      <p:sp>
        <p:nvSpPr>
          <p:cNvPr id="19" name="Shape 17"/>
          <p:cNvSpPr/>
          <p:nvPr/>
        </p:nvSpPr>
        <p:spPr>
          <a:xfrm>
            <a:off x="5577840" y="2423160"/>
            <a:ext cx="3200400" cy="118872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24871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Training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285292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</a:rPr>
              <a:t>618 examples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</a:rPr>
              <a:t>5 categories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</a:rPr>
              <a:t>80 per category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3749040"/>
            <a:ext cx="3200400" cy="1005840"/>
          </a:xfrm>
          <a:prstGeom prst="rect">
            <a:avLst/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3822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414223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444444"/>
                </a:solidFill>
              </a:rPr>
              <a:t>Streamlit</a:t>
            </a:r>
            <a:r>
              <a:rPr lang="en-US" sz="1000" dirty="0">
                <a:solidFill>
                  <a:srgbClr val="444444"/>
                </a:solidFill>
              </a:rPr>
              <a:t> Web App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</a:rPr>
              <a:t>Text + Voice tabs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</a:rPr>
              <a:t>Shareable link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CFC8B-F499-FB7C-0238-4E3FD58DE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C07F05-B349-6F08-9F46-E896E6A75B35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B9D381AC-B929-F955-22B3-637D86CD4B2F}"/>
              </a:ext>
            </a:extLst>
          </p:cNvPr>
          <p:cNvSpPr/>
          <p:nvPr/>
        </p:nvSpPr>
        <p:spPr>
          <a:xfrm>
            <a:off x="661182" y="-56272"/>
            <a:ext cx="8117058" cy="5472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400" b="1" dirty="0"/>
              <a:t>Medium-effort upgrades: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Replace TF-IDF + LR with a </a:t>
            </a:r>
            <a:r>
              <a:rPr lang="en-IN" sz="2400" b="1" dirty="0"/>
              <a:t>sentence-transformer</a:t>
            </a:r>
            <a:r>
              <a:rPr lang="en-IN" sz="2400" dirty="0"/>
              <a:t> model (like paraphrase-multilingual-</a:t>
            </a:r>
            <a:r>
              <a:rPr lang="en-IN" sz="2400" dirty="0" err="1"/>
              <a:t>MiniLM</a:t>
            </a:r>
            <a:r>
              <a:rPr lang="en-IN" sz="2400" dirty="0"/>
              <a:t>) for much better Hinglish understanding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Add WhatsApp Bot integration via Twilio API — rural users rarely use browsers but do use WhatsApp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Integrate with </a:t>
            </a:r>
            <a:r>
              <a:rPr lang="en-IN" sz="2400" b="1" dirty="0" err="1"/>
              <a:t>MyScheme</a:t>
            </a:r>
            <a:r>
              <a:rPr lang="en-IN" sz="2400" b="1" dirty="0"/>
              <a:t> API</a:t>
            </a:r>
            <a:r>
              <a:rPr lang="en-IN" sz="2400" dirty="0"/>
              <a:t> (government's official scheme search API at myscheme.gov.in) for live, always-updated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Add a </a:t>
            </a:r>
            <a:r>
              <a:rPr lang="en-IN" sz="2400" b="1" dirty="0"/>
              <a:t>document upload</a:t>
            </a:r>
            <a:r>
              <a:rPr lang="en-IN" sz="2400" dirty="0"/>
              <a:t> feature — user uploads Aadhaar/income certificate and app tells them which schemes they qualify for</a:t>
            </a:r>
          </a:p>
        </p:txBody>
      </p:sp>
    </p:spTree>
    <p:extLst>
      <p:ext uri="{BB962C8B-B14F-4D97-AF65-F5344CB8AC3E}">
        <p14:creationId xmlns:p14="http://schemas.microsoft.com/office/powerpoint/2010/main" val="1286976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12629-F1AA-CE0C-EA43-AE7CC2FA9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9ABC03-66FA-90F3-F98B-81548AE8115A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8BC706-4157-EE88-28BC-8CF1A9B89E48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Where else it can be used: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50E872-DAD1-6D76-CB13-2958B3BBAAD3}"/>
              </a:ext>
            </a:extLst>
          </p:cNvPr>
          <p:cNvSpPr/>
          <p:nvPr/>
        </p:nvSpPr>
        <p:spPr>
          <a:xfrm>
            <a:off x="676656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BCA1E6E-6ADB-7968-8AA5-46BEEB3F6F11}"/>
              </a:ext>
            </a:extLst>
          </p:cNvPr>
          <p:cNvSpPr/>
          <p:nvPr/>
        </p:nvSpPr>
        <p:spPr>
          <a:xfrm>
            <a:off x="618744" y="1941576"/>
            <a:ext cx="1536192" cy="1479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/>
              <a:t>Government / Social sector:</a:t>
            </a:r>
            <a:endParaRPr lang="en-US" sz="1000" dirty="0"/>
          </a:p>
          <a:p>
            <a:r>
              <a:rPr lang="en-US" sz="1000" b="1" dirty="0"/>
              <a:t>Grievance routing</a:t>
            </a:r>
            <a:r>
              <a:rPr lang="en-US" sz="1000" dirty="0"/>
              <a:t> — citizen complaint goes to the right department automatically (water, electricity, roads, police)</a:t>
            </a:r>
          </a:p>
          <a:p>
            <a:r>
              <a:rPr lang="en-US" sz="1000" b="1" dirty="0"/>
              <a:t>RTI query classifier</a:t>
            </a:r>
            <a:r>
              <a:rPr lang="en-US" sz="1000" dirty="0"/>
              <a:t> — route Right to Information requests to correct ministry</a:t>
            </a:r>
          </a:p>
          <a:p>
            <a:r>
              <a:rPr lang="en-US" sz="1000" b="1" dirty="0"/>
              <a:t>Hospital triage chatbot</a:t>
            </a:r>
            <a:r>
              <a:rPr lang="en-US" sz="1000" dirty="0"/>
              <a:t> — patient describes symptoms → routed to right department (ortho, cardio, emergency)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FE9A583-92B1-EC37-0974-D04E38AE3CB2}"/>
              </a:ext>
            </a:extLst>
          </p:cNvPr>
          <p:cNvSpPr/>
          <p:nvPr/>
        </p:nvSpPr>
        <p:spPr>
          <a:xfrm>
            <a:off x="2395728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640AF93-43BB-2A7D-378C-30DFA869BA29}"/>
              </a:ext>
            </a:extLst>
          </p:cNvPr>
          <p:cNvSpPr/>
          <p:nvPr/>
        </p:nvSpPr>
        <p:spPr>
          <a:xfrm>
            <a:off x="411480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6081B63-35E6-D5E4-24E0-73370F343ED8}"/>
              </a:ext>
            </a:extLst>
          </p:cNvPr>
          <p:cNvSpPr/>
          <p:nvPr/>
        </p:nvSpPr>
        <p:spPr>
          <a:xfrm>
            <a:off x="7552944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1ACE704-EB80-AE0C-1BC1-D2C16FBC9F68}"/>
              </a:ext>
            </a:extLst>
          </p:cNvPr>
          <p:cNvSpPr/>
          <p:nvPr/>
        </p:nvSpPr>
        <p:spPr>
          <a:xfrm>
            <a:off x="536448" y="1383792"/>
            <a:ext cx="1700784" cy="2595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22AC2B0-516B-368D-32B9-8F6C4A9CD419}"/>
              </a:ext>
            </a:extLst>
          </p:cNvPr>
          <p:cNvSpPr/>
          <p:nvPr/>
        </p:nvSpPr>
        <p:spPr>
          <a:xfrm>
            <a:off x="3328416" y="1383792"/>
            <a:ext cx="1700784" cy="2595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F2285BC-F717-CF8C-715D-5394193E5863}"/>
              </a:ext>
            </a:extLst>
          </p:cNvPr>
          <p:cNvSpPr/>
          <p:nvPr/>
        </p:nvSpPr>
        <p:spPr>
          <a:xfrm>
            <a:off x="6004560" y="1383792"/>
            <a:ext cx="1700784" cy="2595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06D405A2-E5ED-F1A4-3591-44DDD3841C1F}"/>
              </a:ext>
            </a:extLst>
          </p:cNvPr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Your TF-IDF + Logistic Regression intent classifier is a </a:t>
            </a:r>
            <a:r>
              <a:rPr lang="en-US" sz="1400" b="1" dirty="0"/>
              <a:t>general-purpose text classifier</a:t>
            </a:r>
            <a:endParaRPr lang="en-US" sz="130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7C3657E5-6641-06D8-5D94-4238914D9683}"/>
              </a:ext>
            </a:extLst>
          </p:cNvPr>
          <p:cNvSpPr/>
          <p:nvPr/>
        </p:nvSpPr>
        <p:spPr>
          <a:xfrm>
            <a:off x="5516566" y="4202259"/>
            <a:ext cx="1404054" cy="2612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61CC62FF-07DB-A78E-8F3A-98389D934517}"/>
              </a:ext>
            </a:extLst>
          </p:cNvPr>
          <p:cNvSpPr/>
          <p:nvPr/>
        </p:nvSpPr>
        <p:spPr>
          <a:xfrm>
            <a:off x="6086856" y="1880616"/>
            <a:ext cx="1536192" cy="1479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/>
              <a:t>Education:</a:t>
            </a:r>
            <a:endParaRPr lang="en-US" sz="1000" dirty="0"/>
          </a:p>
          <a:p>
            <a:r>
              <a:rPr lang="en-US" sz="1000" b="1" dirty="0"/>
              <a:t>Doubt classifier</a:t>
            </a:r>
            <a:r>
              <a:rPr lang="en-US" sz="1000" dirty="0"/>
              <a:t> — student types a doubt, model routes it to the right subject teacher</a:t>
            </a:r>
          </a:p>
          <a:p>
            <a:r>
              <a:rPr lang="en-US" sz="1000" b="1" dirty="0"/>
              <a:t>Course recommender</a:t>
            </a:r>
            <a:r>
              <a:rPr lang="en-US" sz="1000" dirty="0"/>
              <a:t> — based on what a student says they want to learn</a:t>
            </a: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8381648E-9BB2-0632-9C46-6496517D1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885" y="1481148"/>
            <a:ext cx="159784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000" b="1" dirty="0"/>
              <a:t>Business:</a:t>
            </a:r>
            <a:endParaRPr lang="en-IN" sz="1000" dirty="0"/>
          </a:p>
          <a:p>
            <a:r>
              <a:rPr lang="en-IN" sz="1000" b="1" dirty="0"/>
              <a:t>Customer support routing</a:t>
            </a:r>
            <a:r>
              <a:rPr lang="en-IN" sz="1000" dirty="0"/>
              <a:t> — "my order is late" → logistics team; "I want a refund" → billing team. Every e-commerce company uses this</a:t>
            </a:r>
          </a:p>
          <a:p>
            <a:r>
              <a:rPr lang="en-IN" sz="1000" b="1" dirty="0"/>
              <a:t>HR chatbot</a:t>
            </a:r>
            <a:r>
              <a:rPr lang="en-IN" sz="1000" dirty="0"/>
              <a:t> — employee asks about leave policy / salary / PF → routed to correct HR FAQ</a:t>
            </a:r>
          </a:p>
          <a:p>
            <a:r>
              <a:rPr lang="en-IN" sz="1000" b="1" dirty="0"/>
              <a:t>Bank helpdesk</a:t>
            </a:r>
            <a:r>
              <a:rPr lang="en-IN" sz="1000" dirty="0"/>
              <a:t> — "block my card" vs "check balance" vs "loan inquiry" → different flows</a:t>
            </a:r>
          </a:p>
        </p:txBody>
      </p:sp>
    </p:spTree>
    <p:extLst>
      <p:ext uri="{BB962C8B-B14F-4D97-AF65-F5344CB8AC3E}">
        <p14:creationId xmlns:p14="http://schemas.microsoft.com/office/powerpoint/2010/main" val="102905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2743200" y="1371600"/>
            <a:ext cx="3657600" cy="4572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6459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0E8"/>
                </a:solidFill>
              </a:rPr>
              <a:t>🎯  Solves real problem: language barrier to govt schemes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17627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</a:rPr>
              <a:t>🧠  Uses ML (TF-IDF + Logistic Regression) — 90%+ 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70662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0E8"/>
                </a:solidFill>
              </a:rPr>
              <a:t>🎤  Supports Hindi voice and text input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236976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</a:rPr>
              <a:t>📱  Deployed as </a:t>
            </a:r>
            <a:r>
              <a:rPr lang="en-US" sz="1300" dirty="0" err="1">
                <a:solidFill>
                  <a:srgbClr val="8899AA"/>
                </a:solidFill>
              </a:rPr>
              <a:t>streamlit</a:t>
            </a:r>
            <a:r>
              <a:rPr lang="en-US" sz="1300" dirty="0">
                <a:solidFill>
                  <a:srgbClr val="8899AA"/>
                </a:solidFill>
              </a:rPr>
              <a:t> web app with shareable link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76732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0E8"/>
                </a:solidFill>
              </a:rPr>
              <a:t>  Designed for rural, Hindi-speaking Indian citizens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99AA"/>
                </a:solidFill>
              </a:rPr>
              <a:t>Questions? We'd love to answer!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807</Words>
  <Application>Microsoft Office PowerPoint</Application>
  <PresentationFormat>On-screen Show (16:9)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Sarkari Yojana Chatbot</dc:title>
  <dc:subject>PptxGenJS Presentation</dc:subject>
  <dc:creator>PptxGenJS</dc:creator>
  <cp:lastModifiedBy>Kashish .</cp:lastModifiedBy>
  <cp:revision>4</cp:revision>
  <dcterms:created xsi:type="dcterms:W3CDTF">2026-04-12T08:45:36Z</dcterms:created>
  <dcterms:modified xsi:type="dcterms:W3CDTF">2026-04-16T18:35:34Z</dcterms:modified>
</cp:coreProperties>
</file>